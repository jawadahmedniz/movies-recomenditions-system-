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9F0E2-EE41-4BC5-AE73-B3BD6BB3B80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A665-A75F-4D5C-9A1A-BAE106E594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/>
          <a:lstStyle/>
          <a:p>
            <a:r>
              <a:rPr lang="en-US" dirty="0" smtClean="0"/>
              <a:t>MOVIE DATASET ANALYSIS REPORT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NAME: </a:t>
            </a:r>
            <a:r>
              <a:rPr lang="en-US" dirty="0" err="1" smtClean="0">
                <a:solidFill>
                  <a:schemeClr val="tx1"/>
                </a:solidFill>
              </a:rPr>
              <a:t>Jawad</a:t>
            </a:r>
            <a:r>
              <a:rPr lang="en-US" dirty="0" smtClean="0">
                <a:solidFill>
                  <a:schemeClr val="tx1"/>
                </a:solidFill>
              </a:rPr>
              <a:t> Ahmed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F.NAME: Abdul </a:t>
            </a:r>
            <a:r>
              <a:rPr lang="en-US" smtClean="0">
                <a:solidFill>
                  <a:schemeClr val="tx1"/>
                </a:solidFill>
              </a:rPr>
              <a:t>Jabbar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Teacher: Muhammad Ali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Contact: 03151302226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INFORMATION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1396997"/>
          <a:ext cx="9144000" cy="546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855542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latin typeface="quote-cjk-patch"/>
                        </a:rPr>
                        <a:t>Parameter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smtClean="0">
                          <a:latin typeface="quote-cjk-patch"/>
                        </a:rPr>
                        <a:t>Value</a:t>
                      </a:r>
                      <a:endParaRPr lang="en-US" sz="2400" b="0" dirty="0"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937895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Movies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latin typeface="quote-cjk-patch"/>
                        </a:rPr>
                        <a:t>825</a:t>
                      </a:r>
                      <a:endParaRPr lang="en-US" sz="3200" b="0" dirty="0"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617373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Columns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18</a:t>
                      </a:r>
                      <a:endParaRPr lang="en-US" sz="3200" dirty="0"/>
                    </a:p>
                  </a:txBody>
                  <a:tcPr/>
                </a:tc>
              </a:tr>
              <a:tr h="1525096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 Period</a:t>
                      </a:r>
                      <a:endParaRPr 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2017-2019</a:t>
                      </a:r>
                      <a:endParaRPr lang="en-US" sz="3200" dirty="0"/>
                    </a:p>
                  </a:txBody>
                  <a:tcPr/>
                </a:tc>
              </a:tr>
              <a:tr h="15250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DATA </a:t>
            </a:r>
            <a:r>
              <a:rPr lang="en-US" b="1" dirty="0" smtClean="0"/>
              <a:t>TYPES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1397000"/>
          <a:ext cx="60960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quote-cjk-patch"/>
                        </a:rPr>
                        <a:t>Type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Count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Examples</a:t>
                      </a: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Numbers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Rating, Runtime, Votes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Text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13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quote-cjk-patch"/>
                        </a:rPr>
                        <a:t>Title, Actors, Genres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IMPORTANT MISSING DATA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quote-cjk-patch"/>
                        </a:rPr>
                        <a:t>Column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Problem Level</a:t>
                      </a: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Runtime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Medium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Ratings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quote-cjk-patch"/>
                        </a:rPr>
                        <a:t>Low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4. IMPORTANT DATA PROBLEMS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quote-cjk-patch"/>
                        </a:rPr>
                        <a:t>Issue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Status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Impact</a:t>
                      </a: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Wrong Runtime Values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Found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Medium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Missing Ratings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Found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quote-cjk-patch"/>
                        </a:rPr>
                        <a:t>High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5. NUMBER SUMMARY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quote-cjk-patch"/>
                        </a:rPr>
                        <a:t>Statistic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Rating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Runtime</a:t>
                      </a: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Average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6.3/10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128 min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Minimum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2.5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90 min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Maximum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9.4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quote-cjk-patch"/>
                        </a:rPr>
                        <a:t>180 min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KEY CATEGORIES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quote-cjk-patch"/>
                        </a:rPr>
                        <a:t>Category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Top Item</a:t>
                      </a: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Most Common Genre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Drama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Most Active Actor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Nawazuddin Siddiqui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Best Rated Movie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quote-cjk-patch"/>
                        </a:rPr>
                        <a:t>9.4/10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7. DATA QUALITY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quote-cjk-patch"/>
                        </a:rPr>
                        <a:t>Aspect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>
                          <a:latin typeface="quote-cjk-patch"/>
                        </a:rPr>
                        <a:t>Status</a:t>
                      </a:r>
                    </a:p>
                  </a:txBody>
                  <a:tcPr marL="152400" marR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Rating Range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Correct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Year Range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Correct</a:t>
                      </a:r>
                    </a:p>
                  </a:txBody>
                  <a:tcPr marL="15240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latin typeface="quote-cjk-patch"/>
                        </a:rPr>
                        <a:t>Overall Quality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quote-cjk-patch"/>
                        </a:rPr>
                        <a:t>Good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FINAL SUMMARY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25963"/>
          </a:xfrm>
        </p:spPr>
        <p:txBody>
          <a:bodyPr/>
          <a:lstStyle/>
          <a:p>
            <a:r>
              <a:rPr lang="en-US" dirty="0"/>
              <a:t>Complete data for 825 movies</a:t>
            </a:r>
          </a:p>
          <a:p>
            <a:r>
              <a:rPr lang="en-US" dirty="0"/>
              <a:t>All ratings are in correct format (0-10 scale)</a:t>
            </a:r>
          </a:p>
          <a:p>
            <a:r>
              <a:rPr lang="en-US" dirty="0"/>
              <a:t>All release years are accurate (2017-2019)</a:t>
            </a:r>
          </a:p>
          <a:p>
            <a:r>
              <a:rPr lang="en-US" dirty="0"/>
              <a:t>Complete genre and actor information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166</Words>
  <Application>Microsoft Office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MOVIE DATASET ANALYSIS REPORT</vt:lpstr>
      <vt:lpstr>BASIC INFORMATION</vt:lpstr>
      <vt:lpstr>2. DATA TYPES</vt:lpstr>
      <vt:lpstr>3. IMPORTANT MISSING DATA  </vt:lpstr>
      <vt:lpstr>4. IMPORTANT DATA PROBLEMS  </vt:lpstr>
      <vt:lpstr>5. NUMBER SUMMARY  </vt:lpstr>
      <vt:lpstr>6. KEY CATEGORIES  </vt:lpstr>
      <vt:lpstr>7. DATA QUALITY  </vt:lpstr>
      <vt:lpstr>FINAL SUMMARY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18</cp:revision>
  <dcterms:created xsi:type="dcterms:W3CDTF">2025-11-10T04:59:07Z</dcterms:created>
  <dcterms:modified xsi:type="dcterms:W3CDTF">2025-11-10T07:30:13Z</dcterms:modified>
</cp:coreProperties>
</file>